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143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52B60-FAAE-463D-8D5C-818BDEBDC611}" type="datetimeFigureOut">
              <a:rPr lang="en-US" smtClean="0"/>
              <a:t>4/24/2015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E38B6-AD56-4849-AA78-E39005A24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798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52B60-FAAE-463D-8D5C-818BDEBDC611}" type="datetimeFigureOut">
              <a:rPr lang="en-US" smtClean="0"/>
              <a:t>4/24/2015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E38B6-AD56-4849-AA78-E39005A24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20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52B60-FAAE-463D-8D5C-818BDEBDC611}" type="datetimeFigureOut">
              <a:rPr lang="en-US" smtClean="0"/>
              <a:t>4/24/2015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E38B6-AD56-4849-AA78-E39005A24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588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52B60-FAAE-463D-8D5C-818BDEBDC611}" type="datetimeFigureOut">
              <a:rPr lang="en-US" smtClean="0"/>
              <a:t>4/24/2015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E38B6-AD56-4849-AA78-E39005A24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041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52B60-FAAE-463D-8D5C-818BDEBDC611}" type="datetimeFigureOut">
              <a:rPr lang="en-US" smtClean="0"/>
              <a:t>4/24/2015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E38B6-AD56-4849-AA78-E39005A24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019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52B60-FAAE-463D-8D5C-818BDEBDC611}" type="datetimeFigureOut">
              <a:rPr lang="en-US" smtClean="0"/>
              <a:t>4/24/2015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E38B6-AD56-4849-AA78-E39005A24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997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52B60-FAAE-463D-8D5C-818BDEBDC611}" type="datetimeFigureOut">
              <a:rPr lang="en-US" smtClean="0"/>
              <a:t>4/24/2015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E38B6-AD56-4849-AA78-E39005A24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852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52B60-FAAE-463D-8D5C-818BDEBDC611}" type="datetimeFigureOut">
              <a:rPr lang="en-US" smtClean="0"/>
              <a:t>4/24/2015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E38B6-AD56-4849-AA78-E39005A24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32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52B60-FAAE-463D-8D5C-818BDEBDC611}" type="datetimeFigureOut">
              <a:rPr lang="en-US" smtClean="0"/>
              <a:t>4/24/2015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E38B6-AD56-4849-AA78-E39005A24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770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52B60-FAAE-463D-8D5C-818BDEBDC611}" type="datetimeFigureOut">
              <a:rPr lang="en-US" smtClean="0"/>
              <a:t>4/24/2015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E38B6-AD56-4849-AA78-E39005A24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569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52B60-FAAE-463D-8D5C-818BDEBDC611}" type="datetimeFigureOut">
              <a:rPr lang="en-US" smtClean="0"/>
              <a:t>4/24/2015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E38B6-AD56-4849-AA78-E39005A24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481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D52B60-FAAE-463D-8D5C-818BDEBDC611}" type="datetimeFigureOut">
              <a:rPr lang="en-US" smtClean="0"/>
              <a:t>4/24/2015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CE38B6-AD56-4849-AA78-E39005A24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853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30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2935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2935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2935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2935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2935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2935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2935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2935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2935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2935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29353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29353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29353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29353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29353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29353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29353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29353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29353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Slimene Seif Eddine</dc:creator>
  <cp:lastModifiedBy>Slimene Seif Eddine</cp:lastModifiedBy>
  <cp:revision>2</cp:revision>
  <dcterms:created xsi:type="dcterms:W3CDTF">2015-04-16T20:38:16Z</dcterms:created>
  <dcterms:modified xsi:type="dcterms:W3CDTF">2015-04-24T02:13:30Z</dcterms:modified>
</cp:coreProperties>
</file>